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06ED-3EA7-338F-F33F-4AF283214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71ADB-5210-46BD-5913-A4ABAB96E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AF8C0-FE4C-FAB8-99C9-DF57F8C3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EA0C-1F53-418A-85D7-097C1F3B0935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71B7C-FDCB-A847-95AC-7C6B01662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536F1-646F-E58F-8EFB-B0072D5DC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D9C6B-0382-404D-BB75-5A060DB0B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65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DDA2-6F3A-C8C2-7CED-CA5ABEB6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10148-FBD1-A740-C7DB-7FDE69296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34480-7549-4D02-1B8F-16CD50FC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EA0C-1F53-418A-85D7-097C1F3B0935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B62BF-1DF5-3A09-6FAA-3D5DF15BA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4F539-7DAB-77C1-7FD9-1F57DC7A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D9C6B-0382-404D-BB75-5A060DB0B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34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3054-5C4E-7816-A34E-04879C02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CA747-0A54-478A-E664-D1555614F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1D7FB-01F8-4A4F-35F9-37D7A235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EA0C-1F53-418A-85D7-097C1F3B0935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AF0E1-AB6E-DEE4-B60E-B45EEBDD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9B48-DE3B-DC8A-6345-838A9EA5E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D9C6B-0382-404D-BB75-5A060DB0B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343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5627-6F80-8A37-0E91-68A0E0C2F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ACE68-CF62-6DB1-2AA5-A4B5BD35F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BED0C-F80C-66BF-F6AF-A75686E81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E3E81-CFA1-828C-DB3A-9EA14619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EA0C-1F53-418A-85D7-097C1F3B0935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EDD0A-B3BB-15E0-4E0E-91B5FA349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ED8CE-38B8-14E5-83B9-8B8D3FFA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D9C6B-0382-404D-BB75-5A060DB0B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102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2BE2-4F9A-43B5-D2F9-214C60F92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5176C-137F-7C11-B059-6BFF0691F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08DF7-523E-9CC2-3D09-82BBAC1BA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340330-B605-0F7A-1594-9AE507BCE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36C27E-B8F2-017A-E256-BCF643D349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AFB06-7E50-4786-FED9-92FD8B38A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EA0C-1F53-418A-85D7-097C1F3B0935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4BACD5-C852-B00F-499C-0C5EDC09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0D313-A3CE-AAFD-AB0A-D2372B0F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D9C6B-0382-404D-BB75-5A060DB0B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06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CDF7E-4364-CEDD-CB78-65D862C42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A0C04-CFCE-74BF-09AB-4C760C0DB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EA0C-1F53-418A-85D7-097C1F3B0935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106F7-50D1-FE4B-A6E8-55C464EC0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3001D-BD9E-2110-8899-A2E879FA2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D9C6B-0382-404D-BB75-5A060DB0B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955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ED6B0D-E528-61BB-E349-846B4DEA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EA0C-1F53-418A-85D7-097C1F3B0935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5989DB-CE97-8BF5-2104-C13EB8D4C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9956F-1E9B-58BF-5608-17FCFCA5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D9C6B-0382-404D-BB75-5A060DB0B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369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2CCD-E103-3E75-7057-AE97D8FD9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6C505-8ED6-79B3-7940-BEDB5275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3F4B1-AACA-EDB9-878B-5E2B54E9B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AB952-8A69-440A-CD31-0D2D1013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EA0C-1F53-418A-85D7-097C1F3B0935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69BC8-2F41-E91B-4CD1-BD6D09B30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F778E-328C-9688-66C8-FACF79CA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D9C6B-0382-404D-BB75-5A060DB0B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30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2918-2F09-E4E6-5410-67A44D865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F214C0-64C1-7B9A-1F1F-0BE195BA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46FFE-B742-7847-A1E2-B10C28085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5FF12-13F0-5991-A180-1143E374C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EA0C-1F53-418A-85D7-097C1F3B0935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B6216-185D-F68D-EB87-DA5CD5D3E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5DD23-B126-456E-B135-BCDEEF814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D9C6B-0382-404D-BB75-5A060DB0B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567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3C50-E1DA-A022-EF1B-019EBC2B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F00C2-E640-6C5E-ECB3-2176D67DE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87856-CA89-CCB7-2B62-393CA155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EA0C-1F53-418A-85D7-097C1F3B0935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78206-02F0-EB26-1749-87D2BC0E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AB30D-F3CF-23BD-C847-6C65D55D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D9C6B-0382-404D-BB75-5A060DB0B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98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220A5A-0DBD-AC71-E8F2-13B4A07AA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15CAF-013A-4066-CEE9-B57E07AC8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9334C-C52A-D8BD-9C42-B0EC9A8B0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EA0C-1F53-418A-85D7-097C1F3B0935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28F18-3E8B-6DBA-DDED-5E8DA34F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5E920-68FE-5F06-91F1-58B1F99C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D9C6B-0382-404D-BB75-5A060DB0B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41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D48236-1221-C3DC-400E-4984978C5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8086F-55C0-45A7-08A9-5E783699D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1FD9E-55D2-33B2-704B-D34444A0D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6EA0C-1F53-418A-85D7-097C1F3B0935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38B55-FFD6-AE4D-9951-F1593E429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FD0A4-4838-33D6-DA20-02827B262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D9C6B-0382-404D-BB75-5A060DB0B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16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EF31-A63C-1BE2-FFD4-5DAC902253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47869-ABAA-932D-1C31-E779373881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0D45A1-827B-0C1E-5F78-486E7C239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031" y="848411"/>
            <a:ext cx="9640088" cy="488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62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0C15-DCE9-5FED-A5A0-BB44FCC91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2FBD-BD4C-50FF-897C-BDDCFBDCB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89A62-09B0-8BF9-CF0E-C16A30126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DC5DCE-4388-1BFF-47A1-B35365C96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00" y="857838"/>
            <a:ext cx="10417319" cy="521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5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F44818-4D43-6000-A4FF-E3A783554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915" y="989813"/>
            <a:ext cx="8503180" cy="488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8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DD9D2-D842-BEFA-6890-EFE61BE6B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25" y="961243"/>
            <a:ext cx="8342721" cy="504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85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BE8A12-819C-2AFF-6013-E8ACF94F9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50" y="367645"/>
            <a:ext cx="10827471" cy="512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4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0C13E8-68FF-B25A-4401-56208ED89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462" y="689455"/>
            <a:ext cx="6744641" cy="1105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2AD501-EB31-BDF6-7125-62ED93367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292" y="2177617"/>
            <a:ext cx="5193593" cy="414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735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299875-1217-4429-615D-811A38033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97" y="496618"/>
            <a:ext cx="9338741" cy="555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15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Vinith K</dc:creator>
  <cp:lastModifiedBy>Vinith K</cp:lastModifiedBy>
  <cp:revision>3</cp:revision>
  <dcterms:created xsi:type="dcterms:W3CDTF">2025-04-20T08:53:40Z</dcterms:created>
  <dcterms:modified xsi:type="dcterms:W3CDTF">2025-04-20T09:25:28Z</dcterms:modified>
</cp:coreProperties>
</file>